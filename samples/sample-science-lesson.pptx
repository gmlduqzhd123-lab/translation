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2CB55E-AFDD-5C78-CF2E-389D4226D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DBB005-8D01-66F0-5B77-68C4DBA13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BAAF12-30C1-1E82-9677-7676BC6AE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F12A-F0B3-40E1-8E0F-ECF3B89265A3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D23E4C-08EA-6AF1-8389-C55258592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B98BDF-F581-014B-A2C9-A3E0A915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BC34-85BA-44CA-A886-A91FB7717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39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1B2AE3-5DB0-456A-9FD5-72FE39017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AB5D17-558C-AF96-C012-6AB07327C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6204E9-F271-9EE1-11D8-40D8749BB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F12A-F0B3-40E1-8E0F-ECF3B89265A3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7A2468-6217-6CF7-9B3B-5B748BE40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9000FB-4471-EF14-29DB-3FB63BAAA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BC34-85BA-44CA-A886-A91FB7717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879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42F96C-B193-F17B-1E2A-D5AE03345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9ED8EA-2F45-A3F2-4F24-D9279085F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5C43C5-A05F-1498-4C1D-987A82B04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F12A-F0B3-40E1-8E0F-ECF3B89265A3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097B2D-0216-E123-C8F2-E3A470405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AE4642-F7E2-4D4D-6845-A1AC15D3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BC34-85BA-44CA-A886-A91FB7717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465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768783-AFE5-B632-1372-09F988BB6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653CA2-BC8E-82BC-69B7-E680773D2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17FA6D-1C42-4974-C66C-43918AAD1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66E893-4CCB-F11D-4D98-522CF0AE0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F12A-F0B3-40E1-8E0F-ECF3B89265A3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DB43CC-9E9F-F859-B711-F00A75FE3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831B42-B8CF-E2F1-89A7-E74D2BF0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BC34-85BA-44CA-A886-A91FB7717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364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9AFE3B-601C-B841-05CF-D083991CE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2D68AD-CE5C-002A-FD52-5CB23573E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983EBE-98B2-4406-4ACD-6ED498DF6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0E3AA7-8CD5-255D-4FC0-7D11451502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1AD1C2F-D71C-389E-D64F-AB334976A4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BF00ABE-CCA6-C592-A978-89E1D6072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F12A-F0B3-40E1-8E0F-ECF3B89265A3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229B258-FBE2-A929-8CDB-3CB5AAC61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B9A2FE7-4980-7E9D-7F08-32731B71F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BC34-85BA-44CA-A886-A91FB7717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0207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672AD-37AA-04E0-704F-8F44EE787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E3E3055-C5C4-F365-99CF-F86721D61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F12A-F0B3-40E1-8E0F-ECF3B89265A3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D44514-0ECC-2578-3C12-54FE3A9C8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9E5D6C-ABD6-C637-36AD-E2A65FACA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BC34-85BA-44CA-A886-A91FB7717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601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8FDFAD7-01C2-BD7B-BB86-35E2408C1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F12A-F0B3-40E1-8E0F-ECF3B89265A3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CE3F1D0-EB5F-4C1B-14DB-F26DF1BF4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65524A-57C4-4860-0462-C5DFF9D2E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BC34-85BA-44CA-A886-A91FB7717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299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82ACBF-900B-D74D-D7EF-08C7A6D1C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B1B35E-1BFF-791E-1DB9-0BF00F1E1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F6E8AA-0A2F-6B32-A75C-DA52FEE3D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9C418C-EBFB-E09C-3403-793DE350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F12A-F0B3-40E1-8E0F-ECF3B89265A3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08C4FF-B085-E101-0C0A-8EB9564C1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AFAE9F-4EC3-AFCE-3654-A3ABAEA8F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BC34-85BA-44CA-A886-A91FB7717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2225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227D8D-C9EE-EE6E-E804-BB72A5F10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EAF8F8F-1757-25F1-7063-79DE55DC2D2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A3F869-3194-CF6A-6ABC-4A8306666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757938-9B80-8B8A-12C1-86850F8F3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F12A-F0B3-40E1-8E0F-ECF3B89265A3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54B071-6F6D-0D6D-F9E3-B6F1AA434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FF6212-816A-D6ED-FA3F-E6D6D8BFA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BC34-85BA-44CA-A886-A91FB7717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749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040417-7298-B4C6-312D-5582A4316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EE6434-04BA-C547-1710-3385573DF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7AC391-E558-2607-127B-9B0D19FF8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F12A-F0B3-40E1-8E0F-ECF3B89265A3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2369DE-E15C-FD8A-67B2-3A2229306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8A5FDF-D2C8-F622-8E0C-ECD0B092B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BC34-85BA-44CA-A886-A91FB7717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17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86ACA6E-C3C4-CDCA-E5EB-180B51DE2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52FBFD-0E40-7423-8EDD-8A349C772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FDB7CC-92EE-CFFF-CA55-6370D1720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F12A-F0B3-40E1-8E0F-ECF3B89265A3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8F5C66-AEF8-242E-E41A-91273D72F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7A7304-AF97-F1D8-1E0D-E824BB639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BC34-85BA-44CA-A886-A91FB7717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536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DE1346-AADB-5529-086E-1EDA9DE01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C0CA27-E6EF-AE02-2A1F-D8280A70B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B3AC69-6697-8141-6AF1-1F693E693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F12A-F0B3-40E1-8E0F-ECF3B89265A3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04A4EE-9B57-CDC4-056B-80D55959B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691DCA-AA5F-EBB4-3553-427525DD0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BC34-85BA-44CA-A886-A91FB7717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12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E638E78-282B-ED9C-9D3E-674DB79F7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5533D1-3ED6-E540-5420-A661EFCF1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EC42A-31C3-A623-168B-17AF897A1A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0F12A-F0B3-40E1-8E0F-ECF3B89265A3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268A1F-A2C8-D159-9696-D2550B4536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7DD842-759E-976D-85C3-DCB27092B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ABC34-85BA-44CA-A886-A91FB7717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5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A6A31E-C02A-B1DE-251B-F4389401B4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지구와 달의 운동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8E12CA-5BC9-8812-5A7F-F0ABFFE2A1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초등학교 </a:t>
            </a:r>
            <a:r>
              <a:rPr lang="en-US" altLang="ko-KR"/>
              <a:t>6</a:t>
            </a:r>
            <a:r>
              <a:rPr lang="ko-KR" altLang="en-US"/>
              <a:t>학년 </a:t>
            </a:r>
            <a:r>
              <a:rPr lang="en-US" altLang="ko-KR"/>
              <a:t>1</a:t>
            </a:r>
            <a:r>
              <a:rPr lang="ko-KR" altLang="en-US"/>
              <a:t>학기 과학 </a:t>
            </a:r>
            <a:r>
              <a:rPr lang="en-US" altLang="ko-KR"/>
              <a:t>2</a:t>
            </a:r>
            <a:r>
              <a:rPr lang="ko-KR" altLang="en-US"/>
              <a:t>단원 수업자료</a:t>
            </a:r>
          </a:p>
        </p:txBody>
      </p:sp>
    </p:spTree>
    <p:extLst>
      <p:ext uri="{BB962C8B-B14F-4D97-AF65-F5344CB8AC3E}">
        <p14:creationId xmlns:p14="http://schemas.microsoft.com/office/powerpoint/2010/main" val="4122715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D6FC85-6284-641A-1EA4-706F66A93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오늘의 학습 목표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B45369-8B57-A087-EB57-DBB172F92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하루 동안 태양과 달의 위치가 달라지는 까닭을 설명할 수 있습니다</a:t>
            </a:r>
            <a:r>
              <a:rPr lang="en-US" altLang="ko-KR"/>
              <a:t>.</a:t>
            </a:r>
          </a:p>
          <a:p>
            <a:r>
              <a:rPr lang="ko-KR" altLang="en-US"/>
              <a:t>지구의 자전이 무엇인지 모형실험으로 확인할 수 있습니다</a:t>
            </a:r>
            <a:r>
              <a:rPr lang="en-US" altLang="ko-KR"/>
              <a:t>.</a:t>
            </a:r>
          </a:p>
          <a:p>
            <a:r>
              <a:rPr lang="ko-KR" altLang="en-US"/>
              <a:t>낮과 밤이 번갈아 나타나는 현상을 이해합니다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C0C9D1-5213-D273-D0A4-91B210FC16C9}"/>
              </a:ext>
            </a:extLst>
          </p:cNvPr>
          <p:cNvSpPr txBox="1"/>
          <p:nvPr/>
        </p:nvSpPr>
        <p:spPr>
          <a:xfrm>
            <a:off x="635000" y="4826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준비물</a:t>
            </a:r>
            <a:r>
              <a:rPr lang="en-US" altLang="ko-KR"/>
              <a:t>: </a:t>
            </a:r>
            <a:r>
              <a:rPr lang="ko-KR" altLang="en-US"/>
              <a:t>지구본</a:t>
            </a:r>
            <a:r>
              <a:rPr lang="en-US" altLang="ko-KR"/>
              <a:t>, </a:t>
            </a:r>
            <a:r>
              <a:rPr lang="ko-KR" altLang="en-US"/>
              <a:t>손전등</a:t>
            </a:r>
            <a:r>
              <a:rPr lang="en-US" altLang="ko-KR"/>
              <a:t>, </a:t>
            </a:r>
            <a:r>
              <a:rPr lang="ko-KR" altLang="en-US"/>
              <a:t>관측 기록장</a:t>
            </a:r>
            <a:r>
              <a:rPr lang="en-US" altLang="ko-KR"/>
              <a:t>, </a:t>
            </a:r>
            <a:r>
              <a:rPr lang="ko-KR" altLang="en-US"/>
              <a:t>색연필</a:t>
            </a:r>
          </a:p>
        </p:txBody>
      </p:sp>
    </p:spTree>
    <p:extLst>
      <p:ext uri="{BB962C8B-B14F-4D97-AF65-F5344CB8AC3E}">
        <p14:creationId xmlns:p14="http://schemas.microsoft.com/office/powerpoint/2010/main" val="2324719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0385A6-DD8C-DA1F-B1C9-9CECF5A42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탐구 활동 순서 및 유의사항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9DBD251-B20D-ED76-ECF6-A2C1B3EEC5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391280"/>
              </p:ext>
            </p:extLst>
          </p:nvPr>
        </p:nvGraphicFramePr>
        <p:xfrm>
          <a:off x="635000" y="1651000"/>
          <a:ext cx="78740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000">
                  <a:extLst>
                    <a:ext uri="{9D8B030D-6E8A-4147-A177-3AD203B41FA5}">
                      <a16:colId xmlns:a16="http://schemas.microsoft.com/office/drawing/2014/main" val="3812081909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2298097281"/>
                    </a:ext>
                  </a:extLst>
                </a:gridCol>
              </a:tblGrid>
              <a:tr h="9313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탐구 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활동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5726210"/>
                  </a:ext>
                </a:extLst>
              </a:tr>
              <a:tr h="9313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</a:t>
                      </a:r>
                      <a:r>
                        <a:rPr lang="ko-KR" altLang="en-US"/>
                        <a:t>단계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위치 맞추기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지구본에서 우리나라 위치를 찾아 관측자 모형을 붙입니다</a:t>
                      </a:r>
                      <a:r>
                        <a:rPr lang="en-US" altLang="ko-KR"/>
                        <a:t>.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231326"/>
                  </a:ext>
                </a:extLst>
              </a:tr>
              <a:tr h="9313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</a:t>
                      </a:r>
                      <a:r>
                        <a:rPr lang="ko-KR" altLang="en-US"/>
                        <a:t>단계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회전하며 관찰하기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손전등 빛을 비추고 지구본을 서쪽에서 동쪽으로 천천히 돌립니다</a:t>
                      </a:r>
                      <a:r>
                        <a:rPr lang="en-US" altLang="ko-KR"/>
                        <a:t>.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5414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6054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</Words>
  <Application>Microsoft Office PowerPoint</Application>
  <PresentationFormat>와이드스크린</PresentationFormat>
  <Paragraphs>14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지구와 달의 운동</vt:lpstr>
      <vt:lpstr>오늘의 학습 목표</vt:lpstr>
      <vt:lpstr>탐구 활동 순서 및 유의사항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2026-10-19T00:35:49Z</dcterms:created>
  <dcterms:modified xsi:type="dcterms:W3CDTF">2026-10-19T00:35:49Z</dcterms:modified>
</cp:coreProperties>
</file>